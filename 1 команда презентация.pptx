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64" r:id="rId3"/>
    <p:sldId id="257" r:id="rId4"/>
    <p:sldId id="258" r:id="rId5"/>
    <p:sldId id="263" r:id="rId6"/>
    <p:sldId id="268" r:id="rId7"/>
    <p:sldId id="265" r:id="rId8"/>
    <p:sldId id="266" r:id="rId9"/>
    <p:sldId id="267" r:id="rId10"/>
    <p:sldId id="259" r:id="rId11"/>
    <p:sldId id="260" r:id="rId12"/>
    <p:sldId id="26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92" autoAdjust="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29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90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1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99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99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09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49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00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39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58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4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2609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54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166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996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306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93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3F5436-08B7-45F4-971F-7CBE86BAC027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D2E79-5B35-42CA-A5D7-E3A72F62C0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163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f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f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fif"/><Relationship Id="rId2" Type="http://schemas.openxmlformats.org/officeDocument/2006/relationships/image" Target="../media/image20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38FF9-7DCB-4CC3-9F79-FF1E79F13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0"/>
            <a:ext cx="9144000" cy="1885950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latin typeface="Bookman Old Style" panose="02050604050505020204" pitchFamily="18" charset="0"/>
                <a:cs typeface="MV Boli" panose="02000500030200090000" pitchFamily="2" charset="0"/>
              </a:rPr>
              <a:t>Конструирование </a:t>
            </a:r>
            <a:br>
              <a:rPr lang="ru-RU" sz="4400" dirty="0">
                <a:latin typeface="Bookman Old Style" panose="02050604050505020204" pitchFamily="18" charset="0"/>
                <a:cs typeface="MV Boli" panose="02000500030200090000" pitchFamily="2" charset="0"/>
              </a:rPr>
            </a:br>
            <a:r>
              <a:rPr lang="ru-RU" sz="4400" dirty="0">
                <a:latin typeface="Bookman Old Style" panose="02050604050505020204" pitchFamily="18" charset="0"/>
                <a:cs typeface="MV Boli" panose="02000500030200090000" pitchFamily="2" charset="0"/>
              </a:rPr>
              <a:t>спутника для дистанционного зондирования земли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9F560A-559E-4906-A4B7-9F8B15E6A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0" y="3114675"/>
            <a:ext cx="4486274" cy="2962275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>
                <a:latin typeface="Book Antiqua" panose="02040602050305030304" pitchFamily="18" charset="0"/>
              </a:rPr>
              <a:t>Над проектом работали:</a:t>
            </a:r>
          </a:p>
          <a:p>
            <a:pPr algn="l"/>
            <a:r>
              <a:rPr lang="ru-RU" dirty="0">
                <a:latin typeface="Book Antiqua" panose="02040602050305030304" pitchFamily="18" charset="0"/>
              </a:rPr>
              <a:t>1.Миронова София-радио инженер</a:t>
            </a:r>
          </a:p>
          <a:p>
            <a:pPr algn="l"/>
            <a:r>
              <a:rPr lang="ru-RU" dirty="0">
                <a:latin typeface="Book Antiqua" panose="02040602050305030304" pitchFamily="18" charset="0"/>
              </a:rPr>
              <a:t>2.Смирнова Яна-3</a:t>
            </a:r>
            <a:r>
              <a:rPr lang="en-US" dirty="0">
                <a:latin typeface="Book Antiqua" panose="02040602050305030304" pitchFamily="18" charset="0"/>
              </a:rPr>
              <a:t>d </a:t>
            </a:r>
            <a:r>
              <a:rPr lang="ru-RU" dirty="0">
                <a:latin typeface="Book Antiqua" panose="02040602050305030304" pitchFamily="18" charset="0"/>
              </a:rPr>
              <a:t>моделист</a:t>
            </a:r>
          </a:p>
          <a:p>
            <a:pPr algn="l"/>
            <a:r>
              <a:rPr lang="ru-RU" dirty="0">
                <a:latin typeface="Book Antiqua" panose="02040602050305030304" pitchFamily="18" charset="0"/>
              </a:rPr>
              <a:t>3.Заболотных Маргарита-3</a:t>
            </a:r>
            <a:r>
              <a:rPr lang="en-US" dirty="0">
                <a:latin typeface="Book Antiqua" panose="02040602050305030304" pitchFamily="18" charset="0"/>
              </a:rPr>
              <a:t>d </a:t>
            </a:r>
            <a:r>
              <a:rPr lang="ru-RU" dirty="0">
                <a:latin typeface="Book Antiqua" panose="02040602050305030304" pitchFamily="18" charset="0"/>
              </a:rPr>
              <a:t>моделист</a:t>
            </a:r>
          </a:p>
          <a:p>
            <a:pPr algn="l"/>
            <a:r>
              <a:rPr lang="ru-RU" dirty="0">
                <a:latin typeface="Book Antiqua" panose="02040602050305030304" pitchFamily="18" charset="0"/>
              </a:rPr>
              <a:t>4.Ляпкин Михаил-программист и схемотехник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15B027-7C5C-0AA1-55F3-18D58A173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523" y="2536165"/>
            <a:ext cx="4778694" cy="381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5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5EA0D-B8F3-C68C-DE1E-B9528F0D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A4344-5DDE-0081-B05E-E99C1772C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28750"/>
            <a:ext cx="7316790" cy="4819649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Bookman Old Style" panose="02050604050505020204" pitchFamily="18" charset="0"/>
              </a:rPr>
              <a:t>Цель нашего проекта заключается в том, что наша команда хочет улучшить спутник «</a:t>
            </a:r>
            <a:r>
              <a:rPr lang="ru-RU" sz="2800" dirty="0" err="1">
                <a:latin typeface="Bookman Old Style" panose="02050604050505020204" pitchFamily="18" charset="0"/>
              </a:rPr>
              <a:t>Спутникс</a:t>
            </a:r>
            <a:r>
              <a:rPr lang="ru-RU" sz="2800" dirty="0">
                <a:latin typeface="Bookman Old Style" panose="02050604050505020204" pitchFamily="18" charset="0"/>
              </a:rPr>
              <a:t>». В качестве улучшения мы решили добавить ему солнечные панели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6FD737-7487-4809-A6F1-59431D47F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498" y="2743200"/>
            <a:ext cx="4498777" cy="334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2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D3E23-39F7-49B7-BC74-B90B690C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ookman Old Style" panose="02050604050505020204" pitchFamily="18" charset="0"/>
              </a:rPr>
              <a:t>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30431-597D-48BD-BB3B-B283E1B0B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15475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Bookman Old Style" panose="02050604050505020204" pitchFamily="18" charset="0"/>
              </a:rPr>
              <a:t>Собрать спутник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Bookman Old Style" panose="02050604050505020204" pitchFamily="18" charset="0"/>
              </a:rPr>
              <a:t>Запрограммировать системы стабилизации спутника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Bookman Old Style" panose="02050604050505020204" pitchFamily="18" charset="0"/>
              </a:rPr>
              <a:t>Создать систему направление солнечных панелей на солнце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Bookman Old Style" panose="02050604050505020204" pitchFamily="18" charset="0"/>
              </a:rPr>
              <a:t>Смоделировать спутник </a:t>
            </a:r>
          </a:p>
        </p:txBody>
      </p:sp>
    </p:spTree>
    <p:extLst>
      <p:ext uri="{BB962C8B-B14F-4D97-AF65-F5344CB8AC3E}">
        <p14:creationId xmlns:p14="http://schemas.microsoft.com/office/powerpoint/2010/main" val="44998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A4BCE-A747-4445-BDFB-6E0380C5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29825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ookman Old Style" panose="02050604050505020204" pitchFamily="18" charset="0"/>
              </a:rPr>
              <a:t>Что делал наш программист и схемотехник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D11F5B-89DB-45E5-957D-584A8582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4804" cy="4877099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Bookman Old Style" panose="02050604050505020204" pitchFamily="18" charset="0"/>
              </a:rPr>
              <a:t>Миша занимался программированием алгоритма стабилизации спутника, делал печатную плату. Он работал в программах </a:t>
            </a:r>
            <a:r>
              <a:rPr lang="en-US" sz="2800" dirty="0">
                <a:latin typeface="Bookman Old Style" panose="02050604050505020204" pitchFamily="18" charset="0"/>
              </a:rPr>
              <a:t>Notepad</a:t>
            </a:r>
            <a:r>
              <a:rPr lang="ru-RU" sz="2800" dirty="0">
                <a:latin typeface="Bookman Old Style" panose="02050604050505020204" pitchFamily="18" charset="0"/>
              </a:rPr>
              <a:t>,</a:t>
            </a:r>
            <a:r>
              <a:rPr lang="en-US" sz="2800" dirty="0">
                <a:latin typeface="Bookman Old Style" panose="02050604050505020204" pitchFamily="18" charset="0"/>
              </a:rPr>
              <a:t> Sprint-Layout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3E8E32-1452-4234-900C-56F286287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825" y="1345779"/>
            <a:ext cx="3860322" cy="514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5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3E085-9958-5FEE-4F58-4B143AF9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351904" cy="2454384"/>
          </a:xfrm>
        </p:spPr>
        <p:txBody>
          <a:bodyPr/>
          <a:lstStyle/>
          <a:p>
            <a:r>
              <a:rPr lang="ru-RU" sz="3200" dirty="0">
                <a:latin typeface="Bookman Old Style" panose="02050604050505020204" pitchFamily="18" charset="0"/>
              </a:rPr>
              <a:t>Программа для стабилизации спутника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05AED6-1DB9-187E-68C9-FF05A4442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3" y="1684223"/>
            <a:ext cx="5675692" cy="31925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7DE56E-6A75-13DB-3A97-B50A2249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756" y="1684223"/>
            <a:ext cx="5412913" cy="321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9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A04AD-2935-3709-98AA-2DAFFCA1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Сами датчики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E6A02-56B8-5B5E-27E5-244C86FD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9"/>
            <a:ext cx="2166098" cy="390756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Магнитометр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AF667D-F153-498E-F461-506A40EDE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133" y="2443675"/>
            <a:ext cx="1622027" cy="28823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6BBAE1-2430-6191-B1F6-8B2B5E041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372" y="2248297"/>
            <a:ext cx="1751790" cy="3112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0CADC1-08AF-323A-0F0A-3CF25C074AA4}"/>
              </a:ext>
            </a:extLst>
          </p:cNvPr>
          <p:cNvSpPr txBox="1"/>
          <p:nvPr/>
        </p:nvSpPr>
        <p:spPr>
          <a:xfrm>
            <a:off x="4148356" y="1668582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ДУС (Датчик Угловой Скорости)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7973E7-22E8-C794-7E69-D702AA8C9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123" y="2312088"/>
            <a:ext cx="1909674" cy="3393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18E116-E2A5-A4F7-402B-0C6233F708CF}"/>
              </a:ext>
            </a:extLst>
          </p:cNvPr>
          <p:cNvSpPr txBox="1"/>
          <p:nvPr/>
        </p:nvSpPr>
        <p:spPr>
          <a:xfrm>
            <a:off x="8473195" y="1713336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Датчик освещения</a:t>
            </a:r>
          </a:p>
        </p:txBody>
      </p:sp>
    </p:spTree>
    <p:extLst>
      <p:ext uri="{BB962C8B-B14F-4D97-AF65-F5344CB8AC3E}">
        <p14:creationId xmlns:p14="http://schemas.microsoft.com/office/powerpoint/2010/main" val="352819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93F4-2163-257A-D0F9-0E56E959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ookman Old Style" panose="02050604050505020204" pitchFamily="18" charset="0"/>
              </a:rPr>
              <a:t>Данные Магнитометра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1FF0CA-9073-F249-188A-2738A125A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15" y="1882584"/>
            <a:ext cx="8586829" cy="483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E24D5-CE46-82D0-AC64-BA60725E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ookman Old Style" panose="02050604050505020204" pitchFamily="18" charset="0"/>
              </a:rPr>
              <a:t>Данные Датчика освещения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5FBB2-45C7-C0AD-1E4D-677A1FD18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B16058-E944-E404-2597-BD97C2A84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176" y="1819248"/>
            <a:ext cx="8542762" cy="480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6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FAD4A-160D-576C-98C2-C23516CC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ookman Old Style" panose="02050604050505020204" pitchFamily="18" charset="0"/>
              </a:rPr>
              <a:t>Данные </a:t>
            </a:r>
            <a:r>
              <a:rPr lang="ru-RU" dirty="0" err="1">
                <a:latin typeface="Bookman Old Style" panose="02050604050505020204" pitchFamily="18" charset="0"/>
              </a:rPr>
              <a:t>ДУСа</a:t>
            </a:r>
            <a:r>
              <a:rPr lang="ru-RU" dirty="0">
                <a:latin typeface="Bookman Old Style" panose="02050604050505020204" pitchFamily="18" charset="0"/>
              </a:rPr>
              <a:t> (Датчика Угловой Скорости)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D9BEE-E11F-1FC4-AF6A-22474F24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7EB376-1B1E-B241-4CB6-A4BB1D95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247" y="1783135"/>
            <a:ext cx="8808319" cy="495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5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FA04F-7FC8-4EE7-B847-9C4DA699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75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ookman Old Style" panose="02050604050505020204" pitchFamily="18" charset="0"/>
              </a:rPr>
              <a:t>Что делали наши 3</a:t>
            </a:r>
            <a:r>
              <a:rPr lang="en-US" sz="3600" dirty="0">
                <a:latin typeface="Bookman Old Style" panose="02050604050505020204" pitchFamily="18" charset="0"/>
              </a:rPr>
              <a:t>d </a:t>
            </a:r>
            <a:r>
              <a:rPr lang="ru-RU" sz="3600" dirty="0">
                <a:latin typeface="Bookman Old Style" panose="02050604050505020204" pitchFamily="18" charset="0"/>
              </a:rPr>
              <a:t>моделисты 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AD5E7A-0C91-4B25-A458-6AAFB55A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183"/>
            <a:ext cx="6810375" cy="4351338"/>
          </a:xfrm>
        </p:spPr>
        <p:txBody>
          <a:bodyPr/>
          <a:lstStyle/>
          <a:p>
            <a:r>
              <a:rPr lang="ru-RU" sz="2800" dirty="0">
                <a:latin typeface="Bookman Old Style" panose="02050604050505020204" pitchFamily="18" charset="0"/>
              </a:rPr>
              <a:t>Рита и Яна смоделировали детали корпуса, моделировали датчики, солнечные панели и собрали весь спутник воедино </a:t>
            </a:r>
          </a:p>
          <a:p>
            <a:pPr marL="0" indent="0"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55D810-7B0D-E7A6-EC3D-1378156CB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75" y="2014189"/>
            <a:ext cx="4146259" cy="39897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A57145-C02F-0F2C-B1D3-BF55CEB6B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17" y="3507657"/>
            <a:ext cx="2232444" cy="29765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8EF40A-E210-3D2C-5940-15C95FD773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216" y="3507658"/>
            <a:ext cx="2232443" cy="297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5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5EEB3-5164-29A7-FD1C-1D61B724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Bookman Old Style" panose="02050604050505020204" pitchFamily="18" charset="0"/>
              </a:rPr>
              <a:t>Работа радио-инженера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A8457-CC93-16AB-C586-A906ECA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12971"/>
            <a:ext cx="8946541" cy="4195481"/>
          </a:xfrm>
        </p:spPr>
        <p:txBody>
          <a:bodyPr/>
          <a:lstStyle/>
          <a:p>
            <a:r>
              <a:rPr lang="ru-RU" sz="2800" dirty="0">
                <a:latin typeface="Bookman Old Style" panose="02050604050505020204" pitchFamily="18" charset="0"/>
              </a:rPr>
              <a:t>Соня собирала корпус спутника, поставила датчики и подключила их к блоку управления 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 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950215-A685-B7C4-B093-76C439B69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59" y="2872595"/>
            <a:ext cx="2660891" cy="35478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94DD7F-F209-08B3-2694-18F5DEAD9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672" y="2872595"/>
            <a:ext cx="2660890" cy="354785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BBB2763-246D-941E-D0FD-0134375D1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74" y="2872596"/>
            <a:ext cx="3181624" cy="354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8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483F2-48FB-9DCB-58C2-F8D2B680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ookman Old Style" panose="020506040505050202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06E3C2-C480-6945-2370-9E744B750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52282"/>
            <a:ext cx="8946541" cy="479611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1. </a:t>
            </a:r>
            <a:r>
              <a:rPr lang="en-US" dirty="0"/>
              <a:t>3d </a:t>
            </a:r>
            <a:r>
              <a:rPr lang="ru-RU" dirty="0"/>
              <a:t>моделисты научились работать в программе «КОМПАС</a:t>
            </a:r>
            <a:r>
              <a:rPr lang="en-US" dirty="0"/>
              <a:t>-</a:t>
            </a:r>
            <a:r>
              <a:rPr lang="ru-RU" dirty="0"/>
              <a:t>3</a:t>
            </a:r>
            <a:r>
              <a:rPr lang="en-US" dirty="0"/>
              <a:t>D</a:t>
            </a:r>
            <a:r>
              <a:rPr lang="ru-RU" dirty="0"/>
              <a:t>» </a:t>
            </a:r>
          </a:p>
          <a:p>
            <a:pPr marL="0" indent="0">
              <a:buNone/>
            </a:pPr>
            <a:r>
              <a:rPr lang="ru-RU" dirty="0"/>
              <a:t>Была создана 3</a:t>
            </a:r>
            <a:r>
              <a:rPr lang="en-US" dirty="0"/>
              <a:t>D </a:t>
            </a:r>
            <a:r>
              <a:rPr lang="ru-RU" dirty="0"/>
              <a:t>модель спутника </a:t>
            </a:r>
            <a:r>
              <a:rPr lang="ru-RU" dirty="0" err="1"/>
              <a:t>Орбикрафт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2. По 3</a:t>
            </a:r>
            <a:r>
              <a:rPr lang="en-US" dirty="0"/>
              <a:t>d </a:t>
            </a:r>
            <a:r>
              <a:rPr lang="ru-RU" dirty="0"/>
              <a:t>модели был создан спутник </a:t>
            </a:r>
            <a:r>
              <a:rPr lang="ru-RU" dirty="0" err="1"/>
              <a:t>Орбикрафт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3. Была написана программа для стабилизации спутника </a:t>
            </a:r>
            <a:r>
              <a:rPr lang="ru-RU" dirty="0" err="1"/>
              <a:t>Орбикрафт</a:t>
            </a:r>
            <a:r>
              <a:rPr lang="ru-RU" dirty="0"/>
              <a:t>   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2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947F5-7BBC-0B1A-B6F2-F7AF4D6F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68" y="2717320"/>
            <a:ext cx="8936966" cy="2277373"/>
          </a:xfrm>
        </p:spPr>
        <p:txBody>
          <a:bodyPr/>
          <a:lstStyle/>
          <a:p>
            <a:r>
              <a:rPr lang="ru-RU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655754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212</Words>
  <Application>Microsoft Office PowerPoint</Application>
  <PresentationFormat>Широкоэкранный</PresentationFormat>
  <Paragraphs>35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Book Antiqua</vt:lpstr>
      <vt:lpstr>Bookman Old Style</vt:lpstr>
      <vt:lpstr>Century Gothic</vt:lpstr>
      <vt:lpstr>Wingdings 3</vt:lpstr>
      <vt:lpstr>Ион</vt:lpstr>
      <vt:lpstr>Конструирование  спутника для дистанционного зондирования земли</vt:lpstr>
      <vt:lpstr>Цели</vt:lpstr>
      <vt:lpstr>Задачи:</vt:lpstr>
      <vt:lpstr>Что делал наш программист и схемотехник </vt:lpstr>
      <vt:lpstr>Программа для стабилизации спутника</vt:lpstr>
      <vt:lpstr>Сами датчики</vt:lpstr>
      <vt:lpstr>Данные Магнитометра</vt:lpstr>
      <vt:lpstr>Данные Датчика освещения</vt:lpstr>
      <vt:lpstr>Данные ДУСа (Датчика Угловой Скорости)</vt:lpstr>
      <vt:lpstr>Что делали наши 3d моделисты  </vt:lpstr>
      <vt:lpstr>Работа радио-инженера </vt:lpstr>
      <vt:lpstr>Выводы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Конструирование  спутника для дистанционного зондирования земли</dc:title>
  <dc:creator>MrRent.ru</dc:creator>
  <cp:lastModifiedBy>MrRent.ru</cp:lastModifiedBy>
  <cp:revision>16</cp:revision>
  <dcterms:created xsi:type="dcterms:W3CDTF">2026-06-10T13:27:48Z</dcterms:created>
  <dcterms:modified xsi:type="dcterms:W3CDTF">2026-06-13T14:09:17Z</dcterms:modified>
</cp:coreProperties>
</file>